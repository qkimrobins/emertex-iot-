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DA0F2D-D458-4FB7-8210-12D344EB05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81216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16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684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480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684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4A399B-E30A-4885-B333-DC1915A385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08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08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08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FF9718-418B-472B-AF27-FC8C304EAB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44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97B350-2A06-4844-9D2B-AEF8673F72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684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2F9616-35B5-4695-AF32-4190CAB141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62904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684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884971-950F-4E3B-8C4E-0975646E8B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684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8F5BF0-EA9C-4723-8278-D73D9FE8DA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180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180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E6398C-9659-4F8D-9DD9-5C16235CE8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684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4796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4ADAFD-7AA8-42E0-9E4B-C8746FA3C1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684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684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64472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4472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8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9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0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C6C74B-3139-4D3A-A5C1-75F9616D88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684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45684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312372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655272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DC4512-05B2-4643-99C7-4F6C375EEF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/>
          <p:cNvPicPr/>
          <p:nvPr/>
        </p:nvPicPr>
        <p:blipFill>
          <a:blip r:embed="rId1"/>
          <a:stretch/>
        </p:blipFill>
        <p:spPr>
          <a:xfrm>
            <a:off x="0" y="0"/>
            <a:ext cx="16255440" cy="9143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LibreOffice/26.8.0.3$Linux_X86_64 LibreOffice_project/e34ffb33db0c92181c79084d759a90d6bf45d9b3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en-IN</dc:language>
  <cp:lastModifiedBy/>
  <dcterms:modified xsi:type="dcterms:W3CDTF">2026-09-19T16:47:14Z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